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rierecoa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737360" cy="2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286000"/>
            <a:ext cx="10058400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5400" b="1" i="0">
                <a:solidFill>
                  <a:srgbClr val="8F1526"/>
                </a:solidFill>
                <a:latin typeface="Cambria"/>
              </a:rPr>
              <a:t>Titel der Präsentation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3840480"/>
            <a:ext cx="5303520" cy="0"/>
          </a:xfrm>
          <a:prstGeom prst="line">
            <a:avLst/>
          </a:prstGeom>
          <a:ln w="19050">
            <a:solidFill>
              <a:srgbClr val="8F1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4160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Untertitel oder Anlass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Carolin Martin</a:t>
            </a:r>
          </a:p>
          <a:p>
            <a:r>
              <a:rPr sz="1600" b="0" i="0">
                <a:solidFill>
                  <a:srgbClr val="6E6E6E"/>
                </a:solidFill>
                <a:latin typeface="Calibri"/>
              </a:rPr>
              <a:t>Karrierecoach München</a:t>
            </a:r>
          </a:p>
          <a:p>
            <a:r>
              <a:rPr sz="1600" b="0" i="0">
                <a:solidFill>
                  <a:srgbClr val="6E6E6E"/>
                </a:solidFill>
                <a:latin typeface="Calibri"/>
              </a:rPr>
              <a:t>TT.MM.JJJJ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rierecoa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737360" cy="2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3200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0" b="1" i="0">
                <a:solidFill>
                  <a:srgbClr val="8F1526"/>
                </a:solidFill>
                <a:latin typeface="Cambr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834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Cambria"/>
              </a:rPr>
              <a:t>Kapitel-Überschrift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86200" y="4251960"/>
            <a:ext cx="2971800" cy="0"/>
          </a:xfrm>
          <a:prstGeom prst="line">
            <a:avLst/>
          </a:prstGeom>
          <a:ln w="19050">
            <a:solidFill>
              <a:srgbClr val="8F1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0" y="4434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6E6E6E"/>
                </a:solidFill>
                <a:latin typeface="Calibri"/>
              </a:rPr>
              <a:t>Kurze Einleitung in das Kapitel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Calibri"/>
              </a:rPr>
              <a:t>Carolin Martin · Karrierecoach München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rierecoa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737360" cy="2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8F1526"/>
                </a:solidFill>
                <a:latin typeface="Cambria"/>
              </a:rPr>
              <a:t>Inhalts-Slide mit Bulletpoints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8F1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8F1526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Erster zentraler Punkt — kurz und prägnant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8F1526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Zweiter Punkt mit etwas mehr Detail im Satzbau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8F1526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Dritter Punkt schließt den Gedankengang ab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8F1526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Vierter optionaler Punkt für mehr Tiefe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Calibri"/>
              </a:rPr>
              <a:t>Carolin Martin · Karrierecoach München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rierecoa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737360" cy="2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8F1526"/>
                </a:solidFill>
                <a:latin typeface="Cambria"/>
              </a:rPr>
              <a:t>Zwei-Spalten-Layout für Vergleich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8F1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536432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8F1526"/>
                </a:solidFill>
                <a:latin typeface="Cambria"/>
              </a:rPr>
              <a:t>Linke Spalte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536432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Calibri"/>
              </a:rPr>
              <a:t>Hier kommt der linke Inhalt rein — z.B. Vorher, Pro, oder Variante 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00200"/>
            <a:ext cx="536432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8F1526"/>
                </a:solidFill>
                <a:latin typeface="Cambria"/>
              </a:rPr>
              <a:t>Rechte Spalte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2148840"/>
            <a:ext cx="536432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Calibri"/>
              </a:rPr>
              <a:t>Und hier der rechte Gegen-Inhalt — Nachher, Contra, oder Variante 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Calibri"/>
              </a:rPr>
              <a:t>Carolin Martin · Karrierecoach München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rierecoa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737360" cy="2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280160"/>
            <a:ext cx="1828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0" b="1" i="0">
                <a:solidFill>
                  <a:srgbClr val="8F1526"/>
                </a:solidFill>
                <a:latin typeface="Cambria"/>
              </a:rPr>
              <a:t>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98142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i="1">
                <a:solidFill>
                  <a:srgbClr val="1A1A1A"/>
                </a:solidFill>
                <a:latin typeface="Cambria"/>
              </a:rPr>
              <a:t>Hier steht ein zentrales Zitat oder ein Leitsatz — wirkt durch Whitespace und große Schrift.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98142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— Quelle oder Sprecher:in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Calibri"/>
              </a:rPr>
              <a:t>Carolin Martin · Karrierecoach München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rierecoa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737360" cy="2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8F1526"/>
                </a:solidFill>
                <a:latin typeface="Cambria"/>
              </a:rPr>
              <a:t>Bild links, Text rechts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8F1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600200"/>
            <a:ext cx="5486400" cy="4206240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i="0">
                <a:solidFill>
                  <a:srgbClr val="6E6E6E"/>
                </a:solidFill>
                <a:latin typeface="Calibri"/>
              </a:rPr>
              <a:t>Bild-Platzhalter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2422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8F1526"/>
                </a:solidFill>
                <a:latin typeface="Cambria"/>
              </a:rPr>
              <a:t>Bildunterschrift / Kontext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1A1A1A"/>
                </a:solidFill>
                <a:latin typeface="Calibri"/>
              </a:rPr>
              <a:t>Hier kommt der erklärende Text zum Bild. Bullet-Punkte oder Fließtext sind beide möglich. Die Schrift bleibt ruhig, gut lesbar und einheitlich.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Calibri"/>
              </a:rPr>
              <a:t>Carolin Martin · Karrierecoach München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rierecoa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737360" cy="2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8F1526"/>
                </a:solidFill>
                <a:latin typeface="Cambria"/>
              </a:rPr>
              <a:t>Bild rechts, Text links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8F1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52422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8F1526"/>
                </a:solidFill>
                <a:latin typeface="Cambria"/>
              </a:rPr>
              <a:t>Kernaussage zum Bild</a:t>
            </a:r>
          </a:p>
          <a:p>
            <a:pPr>
              <a:spcBef>
                <a:spcPts val="1200"/>
              </a:spcBef>
            </a:pPr>
            <a:r>
              <a:rPr sz="1600" b="0" i="0">
                <a:solidFill>
                  <a:srgbClr val="1A1A1A"/>
                </a:solidFill>
                <a:latin typeface="Calibri"/>
              </a:rPr>
              <a:t>Beschreibung links, Bild rechts. Gut für Storytelling: erst Argument lesen, dann visuell bestätigen. Funktioniert auch für Modelle, Schaubilder oder Portraits.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56655" y="1600200"/>
            <a:ext cx="5486400" cy="4206240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i="0">
                <a:solidFill>
                  <a:srgbClr val="6E6E6E"/>
                </a:solidFill>
                <a:latin typeface="Calibri"/>
              </a:rPr>
              <a:t>Bild-Platzhalter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Calibri"/>
              </a:rPr>
              <a:t>Carolin Martin · Karrierecoach München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rierecoa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737360" cy="2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9357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8F1526"/>
                </a:solidFill>
                <a:latin typeface="Cambria"/>
              </a:rPr>
              <a:t>Bild zentriert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8F1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09647" y="1600200"/>
            <a:ext cx="7772400" cy="4023360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i="0">
                <a:solidFill>
                  <a:srgbClr val="6E6E6E"/>
                </a:solidFill>
                <a:latin typeface="Calibri"/>
              </a:rPr>
              <a:t>Schaubild / Foto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Bildunterschrift: kurze Erklärung des Schaubilds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Calibri"/>
              </a:rPr>
              <a:t>Carolin Martin · Karrierecoach München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rierecoa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737360" cy="2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6517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 i="0">
                <a:solidFill>
                  <a:srgbClr val="8F1526"/>
                </a:solidFill>
                <a:latin typeface="Cambria"/>
              </a:rPr>
              <a:t>Danke.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4160520"/>
            <a:ext cx="3566160" cy="0"/>
          </a:xfrm>
          <a:prstGeom prst="line">
            <a:avLst/>
          </a:prstGeom>
          <a:ln w="19050">
            <a:solidFill>
              <a:srgbClr val="8F15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44348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Carolin Martin · Karrierecoach München</a:t>
            </a:r>
          </a:p>
          <a:p>
            <a:r>
              <a:rPr sz="1600" b="0" i="0">
                <a:solidFill>
                  <a:srgbClr val="6E6E6E"/>
                </a:solidFill>
                <a:latin typeface="Calibri"/>
              </a:rPr>
              <a:t>mail@karrierecoach-muenchen.de</a:t>
            </a:r>
          </a:p>
          <a:p>
            <a:r>
              <a:rPr sz="1600" b="0" i="0">
                <a:solidFill>
                  <a:srgbClr val="6E6E6E"/>
                </a:solidFill>
                <a:latin typeface="Calibri"/>
              </a:rPr>
              <a:t>www.karrierecoach-muenchen.de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